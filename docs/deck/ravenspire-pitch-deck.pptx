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Ravenspire is a competitive social arena: members make public, timestamped predictions (Calls), scored against real market difficulty, building a permanent reputation (Renown) inside a six-House world. Season Zero, the founding round, is live inside the product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Polymarket as adjacent, not the enemy: it proved demand for prediction, but it monetizes with money, which is mercenary by design. The gap is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If they remember one contrast, it is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beats live from the product, not from this slide: onboarding, a real Call with the difficulty preview, the leaderboard, the Herald answering over live data. This slide is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execution story: a two-person team shipping at funded-team speed using AI leverage plus unusually strict engineering discipline. Do not overstate users; the instrumentation exists so that Season One numbers are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2026 crypto venture funding was led by prediction markets; Animoca closed a $300M Web3 gaming fund in April 2026. The claim is directional, not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is the message: revenue paths that work without a token, then fees, then token utility. Never lead with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house rules read as product because they are: they were CI-enforced from the start. Trust is structural, not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community founding round, not a VC round: fixed rate, hard caps, full transparency, refund below softcap. The pre-seed conversation comes after Season One data; this slide shows the machine already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invented traction anywhere. The pitch is that the measurement machine exists and the seasons create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bracketed lines with real bios before any send. Never position as needing support; position as executing.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demo, not the deck: open /season-zero live, show the chain-verified raise, then the five-minute product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9601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RAVENSPIRE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4564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call. Earn your name.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005072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arena where crypto conviction earns a name that can't be bought.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59836" y="4983480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59836" y="49834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ZERO  </a:t>
            </a:r>
            <a:pPr algn="ctr"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round · September 1 to 20, 2026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social is extractive, and conviction has no home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55680" cy="1207008"/>
          </a:xfrm>
          <a:prstGeom prst="roundRect">
            <a:avLst>
              <a:gd name="adj" fmla="val 5303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134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1122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farms churn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496312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SocialFi pays users to show up; farmers arrive for the emission and leave the day it stops. Rewards without identity retain nobody.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11155680" cy="1207008"/>
          </a:xfrm>
          <a:prstGeom prst="roundRect">
            <a:avLst>
              <a:gd name="adj" fmla="val 5303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307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5295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markets are mercenary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913632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right pays money and builds nothing. Close the position, and nothing about you accumulates. No history, no status, no belonging.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4800600"/>
            <a:ext cx="11155680" cy="1207008"/>
          </a:xfrm>
          <a:prstGeom prst="roundRect">
            <a:avLst>
              <a:gd name="adj" fmla="val 5303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4807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9469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is bought, botted, or fake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5330952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are for sale, engagement is farmed, and every leaderboard can be gamed from a browser. There is nowhere a track record is provable and permanent.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markets are mercenary. Identity retains.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Polymarket gives you money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B9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being right.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closed. Nothing remains.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514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Ravenspire gives you a name.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2918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Renown never falls, is earned in public, and cannot be bought, transferred or farmed. It is the retention primitive Web3 skipped.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B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reputation that can't be bought is the one asset a member cannot take to the next app.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five beats, a world around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" y="3200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timestamped claim. Difficulty frozen from the token's own volatility.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532888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70632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80360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16936" y="3200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on chain identity, never a ticker. Log-scored against the frozen baseline.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038344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8072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Renown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84648" y="3200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monotonic reputation. Seven tiers, Smallfolk to King or Queen.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068312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7306056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1945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15784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3200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banners. Size-neutral scoring, weekly Clashes, computed leadership.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9336024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9573768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19456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83496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720072" y="320040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clock, a finale, a reset that banks rank into permanent record.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loop, one world: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02920" y="49377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Ravenry (social feed) · The War (battle RPG feeding House Glory) · The Herald (Claude AI over live data, cited sources) · The Vault (non-custodial embedded wallet) · Whispers, Rookery live audio, leaderboards, collectibles sealed for launch.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 to end, by a team of two, in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70048" cy="1554480"/>
          </a:xfrm>
          <a:prstGeom prst="roundRect">
            <a:avLst>
              <a:gd name="adj" fmla="val 4118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1488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SURFACES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5848" y="1965960"/>
            <a:ext cx="2670048" cy="1554480"/>
          </a:xfrm>
          <a:prstGeom prst="roundRect">
            <a:avLst>
              <a:gd name="adj" fmla="val 4118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21488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971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ROUTES, SERVER-AUTHORITATIVE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08776" y="1965960"/>
            <a:ext cx="2670048" cy="1554480"/>
          </a:xfrm>
          <a:prstGeom prst="roundRect">
            <a:avLst>
              <a:gd name="adj" fmla="val 4118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0216" y="21488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971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GREEN IN 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61704" y="1965960"/>
            <a:ext cx="2670048" cy="1554480"/>
          </a:xfrm>
          <a:prstGeom prst="roundRect">
            <a:avLst>
              <a:gd name="adj" fmla="val 4118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21488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971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0"/>
            <a:ext cx="347472" cy="34747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97280" y="3886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is enforced by the build, not by promises: real data only, real AI only, non-custodial only, server-authoritative rewards. 18 house rules run as CI checks on every commit.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0916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0" y="4663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AI-leveraged development discipline: highest-risk logic (scoring, points, payments) carries the test coverage; an adversarial security audit found and closed the money-path exploits.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864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its founding cohort today. Retention instrumentation (activation, weekly cohorts, day 1/7/30 return) ships in the admin console, so growth claims will be measured, never asserted.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currents, one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611880" cy="3657600"/>
          </a:xfrm>
          <a:prstGeom prst="roundRect">
            <a:avLst>
              <a:gd name="adj" fmla="val 1772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is the hot category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led consumer crypto funding into 2026. Ravenspire sits beside them with the piece they lack: identity and retention.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2011680"/>
            <a:ext cx="3611880" cy="3657600"/>
          </a:xfrm>
          <a:prstGeom prst="roundRect">
            <a:avLst>
              <a:gd name="adj" fmla="val 1772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7744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3154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 went invisible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645152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non-custodial wallets (Privy) removed the seed-phrase wall. Self-custody is now a feature to market, not a tax to apologize for.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47304" y="2011680"/>
            <a:ext cx="3611880" cy="3657600"/>
          </a:xfrm>
          <a:prstGeom prst="roundRect">
            <a:avLst>
              <a:gd name="adj" fmla="val 1772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774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67344" y="3154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that means something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467344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NFTs died; collectibles tied to play and identity are the surviving corner. Our cards are champions you actually field in the War.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 first, fees second, token utility last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55680" cy="1234440"/>
          </a:xfrm>
          <a:prstGeom prst="roundRect">
            <a:avLst>
              <a:gd name="adj" fmla="val 5185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95144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939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Collection (built, sealed until launch)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47802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card packs with published odds and provably fair, verifiable openings; physical merch through print-on-demand. Crypto checkout is live code: Coinbase Commerce, ETH and USDC, non-custodial.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11155680" cy="1234440"/>
          </a:xfrm>
          <a:prstGeom prst="roundRect">
            <a:avLst>
              <a:gd name="adj" fmla="val 5185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12464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511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fees (next)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8953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secondary market for cards, member to member, signed by their own wallets, with a protocol fee. Real print caps make a real floor.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4800600"/>
            <a:ext cx="11155680" cy="1234440"/>
          </a:xfrm>
          <a:prstGeom prst="roundRect">
            <a:avLst>
              <a:gd name="adj" fmla="val 5185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29784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9286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$RSP utility (later, product first)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3126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Staking, entries and sinks inside the realm. 10B fixed supply. Earned balances display as POINTS until TGE; nothing is promised a price.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as architecture, and a world people belong 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339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9659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Non-custodial only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2313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signed by the member's own wallet. We cannot lose funds we never hold.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80944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29535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Server-authoritative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33009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Glory and prices settle server-side against verified events. No trusted client anywhere.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6849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39410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Provably fair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24128" y="42885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draws are commit-reveal, re-verifiable in the browser. The math is published beside the odds.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95604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4128" y="49286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real AI only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24128" y="52760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 numbers, no canned model output, honest empty states. Enforced in CI, not in a promise.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400800" y="1965960"/>
            <a:ext cx="5257800" cy="3840480"/>
          </a:xfrm>
          <a:prstGeom prst="roundRect">
            <a:avLst>
              <a:gd name="adj" fmla="val 1667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28600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6656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can be copied.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cannot.</a:t>
            </a:r>
            <a:endParaRPr lang="en-US" sz="2000" dirty="0"/>
          </a:p>
        </p:txBody>
      </p:sp>
      <p:sp>
        <p:nvSpPr>
          <p:cNvPr id="19" name="Text 12"/>
          <p:cNvSpPr txBox="1"/>
          <p:nvPr/>
        </p:nvSpPr>
        <p:spPr>
          <a:xfrm>
            <a:off x="6766560" y="4114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Houses, a realm lexicon, oath history, crests that are earned and never sold. The lore is not decoration: it is the identity system that makes leaving costly and belonging real.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ROUND · LIVE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Zero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70048" cy="1463040"/>
          </a:xfrm>
          <a:prstGeom prst="roundRect">
            <a:avLst>
              <a:gd name="adj" fmla="val 4375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1031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ETH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85292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SOFTCAP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5848" y="1920240"/>
            <a:ext cx="2670048" cy="1463040"/>
          </a:xfrm>
          <a:prstGeom prst="roundRect">
            <a:avLst>
              <a:gd name="adj" fmla="val 4375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21031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ETH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285292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08776" y="1920240"/>
            <a:ext cx="2670048" cy="1463040"/>
          </a:xfrm>
          <a:prstGeom prst="roundRect">
            <a:avLst>
              <a:gd name="adj" fmla="val 4375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0216" y="21031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85292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10B SUPPLY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61704" y="1920240"/>
            <a:ext cx="2670048" cy="1463040"/>
          </a:xfrm>
          <a:prstGeom prst="roundRect">
            <a:avLst>
              <a:gd name="adj" fmla="val 4375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210312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46,666,666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71432" y="285292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$RSP PER ETH, FIXED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73075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05840" y="37033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 to 20, 2026 (UTC), run inside the platform itself: the round page is the product demo.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52544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05840" y="43251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and wallet to wallet: ETH on Base or Ethereum straight to the treasury. Every contribution verified on chain by the server; the raise total is a chain-verified sum anyone can audit.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97433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5840" y="494690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softcap, every contribution returns to its sending wallet. Tokens deliver at TGE. Terms and risks stated in plain language on the page.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59612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5840" y="556869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Funds: the season engine, the ownership loop, an independent audit of the money surfaces, first hires.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TRACTION, MEASURED NOT ASSERTED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Seasons are the growth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captains model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recruited House captains each bring their crew into a dated season. Closed doors make early smallness intentional and founding status worth having.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5112" y="201168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31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proof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45152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settled Call, season rank and pull unfurls as a share card carrying an invite. The cheapest credible acquisition is a member showing a real win.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47304" y="201168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317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67344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wall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467344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Activation, weekly cohorts, day 1/7/30 return and habit depth are instrumented today. Every future claim to investors is a screenshot of real data.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B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Zero funds it · Season One proves it · the pre-seed prices it.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builder and an operator, shipping at team speed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394960" cy="3383280"/>
          </a:xfrm>
          <a:prstGeom prst="roundRect">
            <a:avLst>
              <a:gd name="adj" fmla="val 1892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NETHERLANDS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strategy and the realm's direction. [Add two lines: background, prior work, why this problem.]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94960" cy="3383280"/>
          </a:xfrm>
          <a:prstGeom prst="roundRect">
            <a:avLst>
              <a:gd name="adj" fmla="val 1892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ENGINEERING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operating in Web3. Designed and shipped the entire platform end to end with AI-leveraged engineering: product, frontend, backend, chain integration and AI. [Add name and two proof points.]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669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B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message a diligence team should leave with: these founders execute.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AND 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seasons to a priced 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· Season Zero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round, live in-product. Sept 1 to 20, 2026.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18104" y="2788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55848" y="196596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2194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 · Season One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926080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model, referral-gated growth, first collectibles revenue, retention data.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71032" y="2788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196596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194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2027 · Ownership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926080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Wallet-backed cards, the native marketplace, House economies.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788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B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61704" y="1965960"/>
            <a:ext cx="2670048" cy="2286000"/>
          </a:xfrm>
          <a:prstGeom prst="roundRect">
            <a:avLst>
              <a:gd name="adj" fmla="val 2800"/>
            </a:avLst>
          </a:prstGeom>
          <a:solidFill>
            <a:srgbClr val="191309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4584" y="21945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· TGE and pre-seed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2926080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$RSP generation with utility live; a priced round on measured numbers.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1234440"/>
          </a:xfrm>
          <a:prstGeom prst="roundRect">
            <a:avLst>
              <a:gd name="adj" fmla="val 5185"/>
            </a:avLst>
          </a:prstGeom>
          <a:solidFill>
            <a:srgbClr val="221A0D"/>
          </a:solidFill>
          <a:ln w="9525">
            <a:solidFill>
              <a:srgbClr val="4A3B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ask.  </a:t>
            </a:r>
            <a:pPr indent="0" marL="0">
              <a:buNone/>
            </a:pPr>
            <a:r>
              <a:rPr lang="en-US" sz="1350" dirty="0">
                <a:solidFill>
                  <a:srgbClr val="E9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Season Zero as a founding backer, or open the pre-seed conversation now and price it on Season One's data. Either way: theravenspire.xyz/season-zero is live, verifiable on chain, and the product is the proof.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RAVENSPIRE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3202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Ravenspire</dc:title>
  <dc:subject>PptxGenJS Presentation</dc:subject>
  <dc:creator>The Ravenspire</dc:creator>
  <cp:lastModifiedBy>The Ravenspire</cp:lastModifiedBy>
  <cp:revision>1</cp:revision>
  <dcterms:created xsi:type="dcterms:W3CDTF">2026-09-04T17:55:09Z</dcterms:created>
  <dcterms:modified xsi:type="dcterms:W3CDTF">2026-09-04T17:55:09Z</dcterms:modified>
</cp:coreProperties>
</file>